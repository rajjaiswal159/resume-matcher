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BEAF-93B7-522D-B8C0-394F13111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285BF-4E0D-374E-6F49-CCEE783C6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B4536-C1EB-D3CF-3C14-CE250920E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7059-56DC-4314-AD2F-558D250060E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4C80A-826C-5F6A-BBD7-2D24BFF4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F0238-B1DF-B493-10F2-01B51371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BA52-766E-40DC-8EB5-ECBCC35FA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30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97C45-743B-7423-112F-26507A78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6D938-F5E5-3AB3-685F-077EB4E25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47F1E-99B3-6E0D-8F7B-2228D0A5E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7059-56DC-4314-AD2F-558D250060E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53012-B264-4E1B-E6BF-1E90C5E6B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54390-4276-6C19-E961-121BB1CDF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BA52-766E-40DC-8EB5-ECBCC35FA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94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FE77-0B3F-02E0-D0BB-4A64719CC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49FAC-B4F9-CC4E-F588-651ADA7C9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37F69-7551-CEE6-96C8-6296F5F1C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7059-56DC-4314-AD2F-558D250060E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6E1F3-DE62-92D6-6B24-F0DAD16E8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448C9-5A67-0428-36DE-CE4EA1778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BA52-766E-40DC-8EB5-ECBCC35FA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049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3457-013D-492B-6933-6E7F1BAD6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DAE8-0B9D-ED86-43F2-0591055D9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88E03-2CAE-3492-02CB-47F727F11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2E99A-67C5-64EA-5578-9444EC5EB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7059-56DC-4314-AD2F-558D250060E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CF202-EB1D-D8EA-C2A1-50585D25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7C38C-5B02-F6CD-4E3B-5F5E51BB2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BA52-766E-40DC-8EB5-ECBCC35FA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897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BC054-5D0B-64A3-2D91-F76FB00C6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21529-6BAF-37D7-0116-FCE0E2CCB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954C7-99CA-151B-795A-9B2207C63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B8DE21-813F-A1AF-82ED-01B664AD76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5B2EF1-B9B1-AB23-BF8F-04852E89F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DB7DEF-173D-CCE5-5B8C-5AE0693E1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7059-56DC-4314-AD2F-558D250060E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A2CDE2-4F00-BB95-FA95-15A6E77E9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F74BEE-FF1B-224A-A87F-4A419A07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BA52-766E-40DC-8EB5-ECBCC35FA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60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0F07-DEF7-CAFE-FB75-D2E731EB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F7B04C-7A50-5CF8-BD12-078E2BDCC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7059-56DC-4314-AD2F-558D250060E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30AAF-824F-386E-527B-76586123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D98790-AC03-A3BC-75E3-595FACD9B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BA52-766E-40DC-8EB5-ECBCC35FA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238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B9A78D-97E0-D1C4-AC46-C94726F19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7059-56DC-4314-AD2F-558D250060E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EA653-B449-0992-FA08-A01A5278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FAA2F-DFCD-AA76-9201-BDD8D660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BA52-766E-40DC-8EB5-ECBCC35FA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194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4EB1F-8F2F-37DC-879E-8DC10B413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3A155-62FC-E704-9803-DE78A7126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56376-E931-DFAA-252B-0B7ECB9AE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7387C-6C8A-9507-212A-C1815DC36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7059-56DC-4314-AD2F-558D250060E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825BC-619D-C5CF-8A37-F14299E0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6BE3B-B334-D197-4BC1-F283BB9D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BA52-766E-40DC-8EB5-ECBCC35FA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015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A2066-4B14-3011-338C-4A8059D37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A3E3E8-F185-B2EC-FA7D-3D5E47140A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C569C-CD23-1955-2C7F-B2D0CE46D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675A2-8ADA-1248-7312-CECC63D83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7059-56DC-4314-AD2F-558D250060E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EB60F-3189-F91E-5138-4ABFEB5A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540CB-BA9B-6F87-F836-83365F07A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BA52-766E-40DC-8EB5-ECBCC35FA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589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484D6-3F89-4DFF-E413-04800E3FE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3C3C3C-0E35-3371-77B2-DE5797CCE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6B5EC-801C-F45E-D7A2-1C15F6E1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7059-56DC-4314-AD2F-558D250060E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525EB-9BC0-1465-B44F-288A409DD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D43A6-AEBC-C26D-1FB5-B90A461F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BA52-766E-40DC-8EB5-ECBCC35FA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806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D1E04E-C392-B440-FE37-7AFE62182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1D7A9-BF99-6E61-3B99-86B15C867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13271-218E-1C8F-3EF4-FBF479A85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7059-56DC-4314-AD2F-558D250060E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4F66B-7721-D62D-EB82-706DED89B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FAF29-95B3-A909-A186-807B95D2E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7BA52-766E-40DC-8EB5-ECBCC35FA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618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061797-73FE-D35A-31F3-C46B4B0EB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87ACF-183D-02BB-DF61-634985673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66CD0-074E-7349-08BA-104EB95F8F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57059-56DC-4314-AD2F-558D250060E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68298-2D2B-0B11-6550-7D3516DBF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E145F-D447-083F-7E8B-933E1D317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7BA52-766E-40DC-8EB5-ECBCC35FAC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11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98C2-CB1B-E2F7-354C-941301A396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AI-Based Resume Matcher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29989-325A-246B-DD29-263EAFE422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Using NLP &amp;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149455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BCA15-FF34-9F7F-AFAC-E9685080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84"/>
            <a:ext cx="10515600" cy="1435509"/>
          </a:xfrm>
        </p:spPr>
        <p:txBody>
          <a:bodyPr anchor="ctr" anchorCtr="1">
            <a:normAutofit/>
          </a:bodyPr>
          <a:lstStyle/>
          <a:p>
            <a:pPr algn="ctr"/>
            <a:r>
              <a:rPr lang="en-IN" b="1" dirty="0"/>
              <a:t>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76FAB-519C-C2CF-8AFE-F2C4A7F5C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Companies receive </a:t>
            </a:r>
            <a:r>
              <a:rPr lang="en-US" b="1" dirty="0"/>
              <a:t>1000+ resumes</a:t>
            </a:r>
            <a:r>
              <a:rPr lang="en-US" dirty="0"/>
              <a:t> for a single job.</a:t>
            </a:r>
          </a:p>
          <a:p>
            <a:pPr marL="0" indent="0">
              <a:buNone/>
            </a:pPr>
            <a:r>
              <a:rPr lang="en-IN" dirty="0"/>
              <a:t>• Manual screening is:</a:t>
            </a:r>
          </a:p>
          <a:p>
            <a:pPr marL="0" indent="0">
              <a:buNone/>
            </a:pPr>
            <a:r>
              <a:rPr lang="en-IN" dirty="0"/>
              <a:t>    • Time-consuming</a:t>
            </a:r>
          </a:p>
          <a:p>
            <a:pPr marL="0" indent="0">
              <a:buNone/>
            </a:pPr>
            <a:r>
              <a:rPr lang="en-IN" dirty="0"/>
              <a:t>    • Inconsistent</a:t>
            </a:r>
          </a:p>
          <a:p>
            <a:pPr marL="0" indent="0">
              <a:buNone/>
            </a:pPr>
            <a:r>
              <a:rPr lang="en-IN" dirty="0"/>
              <a:t>2. </a:t>
            </a:r>
            <a:r>
              <a:rPr lang="en-US" dirty="0"/>
              <a:t>Many good candidates are rejected due to: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IN" dirty="0"/>
              <a:t>• Missing skills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👉 Need an </a:t>
            </a:r>
            <a:r>
              <a:rPr lang="en-US" b="1" dirty="0"/>
              <a:t>automated ATS (Applicant Tracking System)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34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66B3D-E23F-881E-8380-F897F284B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1"/>
          <a:lstStyle/>
          <a:p>
            <a:r>
              <a:rPr lang="en-IN" b="1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38E0F-612E-1227-6DF9-8609CBB65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Build a system to:</a:t>
            </a:r>
          </a:p>
          <a:p>
            <a:pPr marL="0" indent="0">
              <a:buNone/>
            </a:pPr>
            <a:r>
              <a:rPr lang="en-IN" dirty="0"/>
              <a:t>    • </a:t>
            </a:r>
            <a:r>
              <a:rPr lang="en-US" dirty="0"/>
              <a:t>Compare </a:t>
            </a:r>
            <a:r>
              <a:rPr lang="en-US" b="1" dirty="0"/>
              <a:t>Resume vs Job Description</a:t>
            </a:r>
          </a:p>
          <a:p>
            <a:pPr marL="0" indent="0">
              <a:buNone/>
            </a:pPr>
            <a:r>
              <a:rPr lang="en-IN" dirty="0"/>
              <a:t>    • Extract </a:t>
            </a:r>
            <a:r>
              <a:rPr lang="en-IN" b="1" dirty="0"/>
              <a:t>skills automatically</a:t>
            </a:r>
          </a:p>
          <a:p>
            <a:pPr marL="0" indent="0">
              <a:buNone/>
            </a:pPr>
            <a:r>
              <a:rPr lang="en-IN" dirty="0"/>
              <a:t>    • Calculate </a:t>
            </a:r>
            <a:r>
              <a:rPr lang="en-IN" b="1" dirty="0"/>
              <a:t>match score</a:t>
            </a:r>
          </a:p>
          <a:p>
            <a:pPr marL="0" indent="0">
              <a:buNone/>
            </a:pPr>
            <a:r>
              <a:rPr lang="en-IN" dirty="0"/>
              <a:t>• Help:</a:t>
            </a:r>
          </a:p>
          <a:p>
            <a:pPr marL="0" indent="0">
              <a:buNone/>
            </a:pPr>
            <a:r>
              <a:rPr lang="en-IN" dirty="0"/>
              <a:t>    • Recruiters → filter candidates</a:t>
            </a:r>
          </a:p>
          <a:p>
            <a:pPr marL="0" indent="0">
              <a:buNone/>
            </a:pPr>
            <a:r>
              <a:rPr lang="en-IN" dirty="0"/>
              <a:t>    • Students → improve resumes</a:t>
            </a:r>
            <a:endParaRPr lang="en-IN" b="1" dirty="0"/>
          </a:p>
          <a:p>
            <a:pPr marL="0" indent="0">
              <a:buNone/>
            </a:pPr>
            <a:endParaRPr lang="en-US" b="1" dirty="0"/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3474E8-3D38-EC16-6D12-932FC5D5A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B971381-9948-0926-FBAF-D4C3E5D08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36" y="900951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567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BFC6-3D11-2AC4-5D88-C1F86DDC1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F0E36-DDB0-0CD2-DA08-8CD8CB1BC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PDF Resume Upload</a:t>
            </a:r>
          </a:p>
          <a:p>
            <a:r>
              <a:rPr lang="en-IN" dirty="0"/>
              <a:t>Automatic Text Extraction</a:t>
            </a:r>
          </a:p>
          <a:p>
            <a:r>
              <a:rPr lang="en-IN" dirty="0"/>
              <a:t>Skill Detection (Regex + BERT)</a:t>
            </a:r>
          </a:p>
          <a:p>
            <a:r>
              <a:rPr lang="en-IN" dirty="0"/>
              <a:t>Semantic Matching</a:t>
            </a:r>
          </a:p>
          <a:p>
            <a:r>
              <a:rPr lang="en-IN" dirty="0"/>
              <a:t>ATS Score Calculation</a:t>
            </a:r>
          </a:p>
          <a:p>
            <a:r>
              <a:rPr lang="en-IN" dirty="0"/>
              <a:t>Missing Skills Identification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481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15247-689E-5577-CE39-C3AB297ED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5D98B-E772-9FF2-ABA0-77BCED646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</a:t>
            </a:r>
          </a:p>
          <a:p>
            <a:r>
              <a:rPr lang="en-IN" dirty="0"/>
              <a:t>Django (Web Framework)</a:t>
            </a:r>
          </a:p>
          <a:p>
            <a:r>
              <a:rPr lang="en-IN" dirty="0"/>
              <a:t>NLP Libraries:</a:t>
            </a:r>
          </a:p>
          <a:p>
            <a:pPr marL="0" indent="0">
              <a:buNone/>
            </a:pPr>
            <a:r>
              <a:rPr lang="en-IN" dirty="0"/>
              <a:t>    • </a:t>
            </a:r>
            <a:r>
              <a:rPr lang="en-IN" dirty="0" err="1"/>
              <a:t>spaCy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• Sentence Transformers</a:t>
            </a:r>
          </a:p>
          <a:p>
            <a:r>
              <a:rPr lang="en-IN" dirty="0"/>
              <a:t>PDF Processing:</a:t>
            </a:r>
          </a:p>
          <a:p>
            <a:pPr marL="0" indent="0">
              <a:buNone/>
            </a:pPr>
            <a:r>
              <a:rPr lang="en-IN" dirty="0"/>
              <a:t>    • </a:t>
            </a:r>
            <a:r>
              <a:rPr lang="en-IN" dirty="0" err="1"/>
              <a:t>PyMuPDF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222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48E1-CC5C-A26C-EB82-E53E4A9C3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572"/>
          </a:xfrm>
        </p:spPr>
        <p:txBody>
          <a:bodyPr/>
          <a:lstStyle/>
          <a:p>
            <a:pPr algn="ctr"/>
            <a:r>
              <a:rPr lang="en-IN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05FAA-664F-6B7B-1DF0-C602D31E6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852"/>
            <a:ext cx="10515600" cy="51360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Flow:</a:t>
            </a:r>
          </a:p>
          <a:p>
            <a:pPr marL="0" indent="0">
              <a:buNone/>
            </a:pPr>
            <a:r>
              <a:rPr lang="en-IN" dirty="0"/>
              <a:t>    1. User uploads Resume (PDF)</a:t>
            </a:r>
          </a:p>
          <a:p>
            <a:pPr marL="0" indent="0">
              <a:buNone/>
            </a:pPr>
            <a:r>
              <a:rPr lang="en-IN" dirty="0"/>
              <a:t>    2. Extract text</a:t>
            </a:r>
          </a:p>
          <a:p>
            <a:pPr marL="0" indent="0">
              <a:buNone/>
            </a:pPr>
            <a:r>
              <a:rPr lang="en-IN" dirty="0"/>
              <a:t>    3. Clean &amp; preprocess text</a:t>
            </a:r>
          </a:p>
          <a:p>
            <a:pPr marL="0" indent="0">
              <a:buNone/>
            </a:pPr>
            <a:r>
              <a:rPr lang="en-IN" dirty="0"/>
              <a:t>    4. Extract skills</a:t>
            </a:r>
          </a:p>
          <a:p>
            <a:pPr marL="0" indent="0">
              <a:buNone/>
            </a:pPr>
            <a:r>
              <a:rPr lang="en-IN" dirty="0"/>
              <a:t>    5. Compare with Job Description</a:t>
            </a:r>
          </a:p>
          <a:p>
            <a:pPr marL="0" indent="0">
              <a:buNone/>
            </a:pPr>
            <a:r>
              <a:rPr lang="en-IN" dirty="0"/>
              <a:t>    6. Generate score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👉 Output:</a:t>
            </a:r>
          </a:p>
          <a:p>
            <a:pPr marL="0" indent="0">
              <a:buNone/>
            </a:pPr>
            <a:r>
              <a:rPr lang="en-IN" dirty="0"/>
              <a:t>    • Match Score</a:t>
            </a:r>
          </a:p>
          <a:p>
            <a:pPr marL="0" indent="0">
              <a:buNone/>
            </a:pPr>
            <a:r>
              <a:rPr lang="en-IN" dirty="0"/>
              <a:t>    • Missing Skills</a:t>
            </a:r>
          </a:p>
        </p:txBody>
      </p:sp>
    </p:spTree>
    <p:extLst>
      <p:ext uri="{BB962C8B-B14F-4D97-AF65-F5344CB8AC3E}">
        <p14:creationId xmlns:p14="http://schemas.microsoft.com/office/powerpoint/2010/main" val="4105362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ECDDB-4BBB-03DE-E9B9-0B1BFB7F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Skill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9CAE2-389C-AB38-E55D-4C266C002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Method 1: Regex Matching</a:t>
            </a:r>
          </a:p>
          <a:p>
            <a:pPr marL="0" indent="0">
              <a:buNone/>
            </a:pPr>
            <a:r>
              <a:rPr lang="en-IN" dirty="0"/>
              <a:t>    • Direct keyword matching</a:t>
            </a:r>
          </a:p>
          <a:p>
            <a:pPr marL="0" indent="0">
              <a:buNone/>
            </a:pPr>
            <a:r>
              <a:rPr lang="en-IN" dirty="0"/>
              <a:t>    • Example:</a:t>
            </a:r>
          </a:p>
          <a:p>
            <a:pPr marL="0" indent="0">
              <a:buNone/>
            </a:pPr>
            <a:r>
              <a:rPr lang="en-IN" dirty="0"/>
              <a:t>        • </a:t>
            </a:r>
            <a:r>
              <a:rPr lang="en-US" dirty="0"/>
              <a:t>Python, SQL, Machine Learning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Method 2: Semantic Matching (BERT-based)</a:t>
            </a:r>
          </a:p>
          <a:p>
            <a:pPr marL="0" indent="0">
              <a:buNone/>
            </a:pPr>
            <a:r>
              <a:rPr lang="en-IN" dirty="0"/>
              <a:t>    • Uses embeddings</a:t>
            </a:r>
          </a:p>
          <a:p>
            <a:pPr marL="0" indent="0">
              <a:buNone/>
            </a:pPr>
            <a:r>
              <a:rPr lang="en-IN" dirty="0"/>
              <a:t>    • Understands meaning</a:t>
            </a:r>
          </a:p>
          <a:p>
            <a:pPr marL="0" indent="0">
              <a:buNone/>
            </a:pPr>
            <a:r>
              <a:rPr lang="en-IN" dirty="0"/>
              <a:t>    • Example:</a:t>
            </a:r>
          </a:p>
          <a:p>
            <a:pPr marL="0" indent="0">
              <a:buNone/>
            </a:pPr>
            <a:r>
              <a:rPr lang="en-IN" dirty="0"/>
              <a:t>        • Neural Networks ≈ Deep Learning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27380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E2BC3-1E9F-CB44-D5D9-EB2CFAD4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Sentence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219D2-4C45-0F9B-9F28-9683CEB3F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 Compare resume &amp; JD sentences</a:t>
            </a:r>
          </a:p>
          <a:p>
            <a:pPr marL="0" indent="0">
              <a:buNone/>
            </a:pPr>
            <a:r>
              <a:rPr lang="en-IN" dirty="0"/>
              <a:t>• Use cosine similarity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👉 Finds:</a:t>
            </a:r>
          </a:p>
          <a:p>
            <a:pPr marL="0" indent="0">
              <a:buNone/>
            </a:pPr>
            <a:r>
              <a:rPr lang="en-IN" dirty="0"/>
              <a:t>    • Context relevance</a:t>
            </a:r>
          </a:p>
          <a:p>
            <a:pPr marL="0" indent="0">
              <a:buNone/>
            </a:pPr>
            <a:r>
              <a:rPr lang="en-IN" dirty="0"/>
              <a:t>    • Not just keywords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• Final Score = </a:t>
            </a:r>
            <a:r>
              <a:rPr lang="en-US" dirty="0"/>
              <a:t>0.7 × Skill Score + 0.3 × Semantic Score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0121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9A798845-4446-A29F-5A6B-F36FD9D84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91323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0BE1B5C-C6BF-8672-914E-BA6B914432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13239"/>
            <a:ext cx="12192000" cy="294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875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AEADA-6E11-264F-4C8A-7594C323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C469E-AFDC-DE32-161B-E2040912B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• Helps students to improve resumes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US" dirty="0"/>
              <a:t>Reduces manual effort in resume shortlisting</a:t>
            </a:r>
          </a:p>
          <a:p>
            <a:pPr marL="0" indent="0">
              <a:buNone/>
            </a:pPr>
            <a:r>
              <a:rPr lang="en-IN" dirty="0"/>
              <a:t>• Saves time</a:t>
            </a:r>
          </a:p>
          <a:p>
            <a:endParaRPr lang="en-IN" dirty="0"/>
          </a:p>
          <a:p>
            <a:pPr marL="0" indent="0" algn="ctr">
              <a:buNone/>
            </a:pPr>
            <a:r>
              <a:rPr lang="en-IN" sz="4800" b="1" dirty="0"/>
              <a:t>Future Improvements</a:t>
            </a:r>
          </a:p>
          <a:p>
            <a:pPr marL="0" indent="0">
              <a:buNone/>
            </a:pPr>
            <a:endParaRPr lang="en-IN" sz="3000" dirty="0"/>
          </a:p>
          <a:p>
            <a:pPr marL="0" indent="0">
              <a:buNone/>
            </a:pPr>
            <a:r>
              <a:rPr lang="en-IN" sz="3200" dirty="0"/>
              <a:t>• </a:t>
            </a:r>
            <a:r>
              <a:rPr lang="en-IN" sz="3000" dirty="0"/>
              <a:t>Add recommendations in resume</a:t>
            </a:r>
          </a:p>
          <a:p>
            <a:pPr marL="0" indent="0">
              <a:buNone/>
            </a:pPr>
            <a:r>
              <a:rPr lang="en-IN" sz="3200" dirty="0"/>
              <a:t>• </a:t>
            </a:r>
            <a:r>
              <a:rPr lang="en-IN" sz="3000" dirty="0"/>
              <a:t>Rank multiple resumes</a:t>
            </a:r>
            <a:endParaRPr lang="en-IN" sz="3000" b="1" dirty="0"/>
          </a:p>
        </p:txBody>
      </p:sp>
    </p:spTree>
    <p:extLst>
      <p:ext uri="{BB962C8B-B14F-4D97-AF65-F5344CB8AC3E}">
        <p14:creationId xmlns:p14="http://schemas.microsoft.com/office/powerpoint/2010/main" val="2576539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9F31-3EB2-973A-EA8E-C9BCCA59D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458"/>
            <a:ext cx="10515600" cy="5102942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/>
              <a:t>Thank you</a:t>
            </a:r>
            <a:endParaRPr lang="en-IN" sz="7200" b="1" dirty="0"/>
          </a:p>
        </p:txBody>
      </p:sp>
    </p:spTree>
    <p:extLst>
      <p:ext uri="{BB962C8B-B14F-4D97-AF65-F5344CB8AC3E}">
        <p14:creationId xmlns:p14="http://schemas.microsoft.com/office/powerpoint/2010/main" val="3798128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317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AI-Based Resume Matcher System</vt:lpstr>
      <vt:lpstr>Problem Statement </vt:lpstr>
      <vt:lpstr>Objective</vt:lpstr>
      <vt:lpstr>Key Features</vt:lpstr>
      <vt:lpstr>Technologies Used</vt:lpstr>
      <vt:lpstr>System Architecture</vt:lpstr>
      <vt:lpstr>Skill Extraction</vt:lpstr>
      <vt:lpstr>Sentence Similarity</vt:lpstr>
      <vt:lpstr>PowerPoint Presentation</vt:lpstr>
      <vt:lpstr>Advantages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2</cp:revision>
  <dcterms:created xsi:type="dcterms:W3CDTF">2026-04-19T13:44:13Z</dcterms:created>
  <dcterms:modified xsi:type="dcterms:W3CDTF">2026-04-19T14:55:52Z</dcterms:modified>
</cp:coreProperties>
</file>